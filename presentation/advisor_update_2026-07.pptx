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we built a rigorous benchmark asking whether quantum liquid networks beat matched classical models on differential-equation tasks. The honest answer is no under our pre-registered hypothesis — and that null, plus the mechanism story behind it, is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field's credibility problem is baseline fairness. Our design contribution is procedural: pre-registration + symmetric tuning + mechanical verification of every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One-liner for advisor: an RNN whose neurons are little leaky ODEs where the leak rate itself listens to the input. That input-dependent time constant is the whole trick.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architectural point: the quantum circuit is the encoder inside the liquid cell. Because tau, A, and the circuit are separable, we can knock each out independently — that gives us the 2x2 fairness matrix that became the paper's mechanistic centerpiece.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completeness: 9 quantum families and 5 classical baselines, everything head-to-head — the all-to-all tables are in the paper body, not buried in a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not schematics — each strip is the actual PennyLane circuit object used in training, rendered with qml.draw_mpl at the gate-matched paper configuration (4 qubits, 5 variational layers). Chebyshev encodes time through an arccos feature tower; the two te_qpinn variants differ only in whether the embedding angles come from a classical MLP or a second quantum circuit.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qcpinn sandwiches this 5-qubit cascade between two classical 50-unit MLPs — the A17 sweep moves the parameter budget between those pieces. rf_qrc is the odd one out: nothing in the circuit is trained; a frozen random circuit produces a 16-dimensional probability vector and only a ridge regression readout is fit. strongly_entangling's long-range CNOT range is what un-aliased it from data_reuploading in amendment A16.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remember one slide, this one: the verdict was mechanically determined by a locked rule, and a script re-verifies every number in the paper from committed result files. A reviewer can clone and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regime split IS the hypothesis: quantum should win the top row and lose the bottom row if the Fourier-bias story is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FHN result is the positive finding that survives everything: a purely quantum cell that is dramatically more stable across seeds than its classical twin on stiff fast-slow 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plainly: the hypothesis failed, at every sample size and tuning level we could build. That consistency is what makes the null credible rather than disappointing.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review-proofing slide: nobody can say we conflated the liquid trick with the quantum trick — we separated them experimentally and the arithmetic closes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advisor asks 'so what did we learn?': the liquid mechanism carries the hypothesized inductive bias, but coupling it to a quantum encoder inverts it. That's a genuinely new observation and the strongest hook for follow-up funding.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as de-risked: internal adversarial review already happened; the remaining risk is venue fit, not correctness.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decision points: framing sign-off, venue, and a review timeline. Everything else is executing.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Liquid Neural Networks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ODE / PDE Solving &amp; Forecasting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pre-registered, falsifiable benchmark against matched classical baselines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0292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Gibford  ·  Anja Hribljan          Advisor update — July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5778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venue: PRX Quantum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6858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quantum PINNs hold a regime-dependent advantage — better on smooth/periodic dynamics than on broadband/chaotic dynamics?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motivation: data-reuploading circuits are truncated Fourier series (Schuld 2021) → built-in bias toward smooth, low-frequency functions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problem: most QML papers compare against under-tuned classical baselines (Bowles, Ahmed &amp; Schuld 2024)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pre-register the hypothesis, lock the decision rule, tune BOTH sides, then let the data decide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0" y="128016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13898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845552" y="202996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model families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829800" y="128016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13898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902952" y="202996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baselines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274320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285292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845552" y="34930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/ PDE systems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829800" y="274320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0F9D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29800" y="285292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405+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902952" y="34930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cells, 0 errors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0" y="420624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431596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845552" y="4956048"/>
            <a:ext cx="3831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pre-registration amendments — every choice disclosed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Bowles, Ahmed, Schuld (2024) “Better than classical? The subtle art of benchmarking QML models,” arXiv:2403.07059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Background: what is a Liquid Neural Network?</a:t>
            </a:r>
            <a:endParaRPr lang="en-US" sz="3000" dirty="0"/>
          </a:p>
        </p:txBody>
      </p:sp>
      <p:pic>
        <p:nvPicPr>
          <p:cNvPr id="3" name="Image 0" descr="/private/tmp/claude-501/-Users-shawngibford-dev-phd-qlnn/74c2bbf1-382e-42d5-8125-724d90f5df0e/scratchpad/deck/diagram_l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8503920" cy="4325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89720" y="1234440"/>
            <a:ext cx="2514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(Hasani et al., AAAI 2021): neurons are tiny ODEs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time-constant τ is modulated by the input — the network’s memory adapts to the signal (“liquid”)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C. elegans neurons (302 neurons, complex behavior)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time-series; the basis of MIT’s autonomous-driving NCPs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ours, after Hasani et al. 2021 (arXiv:2006.04439).  dh/dt = −[1/τ + f(x,h)]h + A·f(x,h)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“quantum” goes in our model</a:t>
            </a:r>
            <a:endParaRPr lang="en-US" sz="3000" dirty="0"/>
          </a:p>
        </p:txBody>
      </p:sp>
      <p:pic>
        <p:nvPicPr>
          <p:cNvPr id="3" name="Image 0" descr="/private/tmp/claude-501/-Users-shawngibford-dev-phd-qlnn/74c2bbf1-382e-42d5-8125-724d90f5df0e/scratchpad/deck/diagram_quantum_c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8138160" cy="4517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0" y="1325880"/>
            <a:ext cx="2651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replace the classical nonlinearity f(x) with a parameterized quantum circuit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PauliZ readout q(x) plays BOTH liquid roles: leak conductance and drive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and amplitude A stay classical and learnable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is separable → clean ablations (next slides)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task uses the same circuits as PINN function approximators (no ODE cell; fairness is PINN-vs-PINN there).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zoo — every quantum family vs every baseline</a:t>
            </a:r>
            <a:endParaRPr lang="en-US" sz="3000" dirty="0"/>
          </a:p>
        </p:txBody>
      </p:sp>
      <p:pic>
        <p:nvPicPr>
          <p:cNvPr id="3" name="Image 0" descr="/Users/shawngibford/dev/phd/qlnn/paper/figures/fig_circuit_zo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909560" cy="4078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1280160"/>
            <a:ext cx="3154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(solver): chebyshev_dqc, te_qpinn_fnn, te_qpinn_qnn, qcpinn (+2D ports)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(forecaster): data-reuploading, hardware-efficient, strongly-entangling, rf_qrc + non-liquid ablations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Classical: PINN, Neural-ODE, classical LTC, plain MLP, known-structure skyline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capacity-matched; all-to-all head-to-head in the paper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family implemented against its published spec; faithfulness manifest in refs/CIRCUIT_SPECS.md.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solver circuits — printed from the code (PennyLane)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chebyshev_dqc  —  Chebyshev tower RY(2(j+1)·arccos x) → 5× [RZ·RX·RZ + ring CNOT] → ⟨Σ Zj⟩   (n=4, L=5)</a:t>
            </a:r>
            <a:endParaRPr lang="en-US" sz="1150" dirty="0"/>
          </a:p>
        </p:txBody>
      </p:sp>
      <p:pic>
        <p:nvPicPr>
          <p:cNvPr id="4" name="Image 0" descr="/private/tmp/claude-501/-Users-shawngibford-dev-phd-qlnn/74c2bbf1-382e-42d5-8125-724d90f5df0e/scratchpad/deck/qc_chebysh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8448"/>
            <a:ext cx="11201400" cy="1481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94436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te_qpinn_fnn  —  classical MLP φ(t) → RY(φk·t) embed → 5× HEA [RX·RY·RZ + CNOT chain] → ⟨Σ Zj⟩   (n=4, L=5)</a:t>
            </a:r>
            <a:endParaRPr lang="en-US" sz="1150" dirty="0"/>
          </a:p>
        </p:txBody>
      </p:sp>
      <p:pic>
        <p:nvPicPr>
          <p:cNvPr id="6" name="Image 1" descr="/private/tmp/claude-501/-Users-shawngibford-dev-phd-qlnn/74c2bbf1-382e-42d5-8125-724d90f5df0e/scratchpad/deck/qc_te_fn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36976"/>
            <a:ext cx="8641080" cy="1481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4882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te_qpinn_qnn  —  stage 1: quantum embedding (K=3) → αk = π·⟨Zk⟩ …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349240" y="488289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stage 2: RY(αk) re-encode → 5× HEA → ⟨Σ Zj⟩</a:t>
            </a:r>
            <a:endParaRPr lang="en-US" sz="1150" dirty="0"/>
          </a:p>
        </p:txBody>
      </p:sp>
      <p:pic>
        <p:nvPicPr>
          <p:cNvPr id="9" name="Image 2" descr="/private/tmp/claude-501/-Users-shawngibford-dev-phd-qlnn/74c2bbf1-382e-42d5-8125-724d90f5df0e/scratchpad/deck/qc_te_qnn_emb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175504"/>
            <a:ext cx="3977640" cy="12710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26280" y="54864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pic>
        <p:nvPicPr>
          <p:cNvPr id="11" name="Image 3" descr="/private/tmp/claude-501/-Users-shawngibford-dev-phd-qlnn/74c2bbf1-382e-42d5-8125-724d90f5df0e/scratchpad/deck/qc_te_qnn_v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5257800"/>
            <a:ext cx="66294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Forecaster + hybrid circuits — printed from the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qcpinn — quantum block (n=5, Cascade, L=1)</a:t>
            </a:r>
            <a:endParaRPr lang="en-US" sz="1150" dirty="0"/>
          </a:p>
        </p:txBody>
      </p:sp>
      <p:pic>
        <p:nvPicPr>
          <p:cNvPr id="4" name="Image 0" descr="/private/tmp/claude-501/-Users-shawngibford-dev-phd-qlnn/74c2bbf1-382e-42d5-8125-724d90f5df0e/scratchpad/deck/qc_qcpi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4160520" cy="2295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4920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data_reuploading  (n=3, L=1)</a:t>
            </a:r>
            <a:endParaRPr lang="en-US" sz="1150" dirty="0"/>
          </a:p>
        </p:txBody>
      </p:sp>
      <p:pic>
        <p:nvPicPr>
          <p:cNvPr id="6" name="Image 1" descr="/private/tmp/claude-501/-Users-shawngibford-dev-phd-qlnn/74c2bbf1-382e-42d5-8125-724d90f5df0e/scratchpad/deck/qc_re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71600"/>
            <a:ext cx="3200400" cy="16367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95360" y="1051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hardware_efficient  (n=3, L=1)</a:t>
            </a:r>
            <a:endParaRPr lang="en-US" sz="1150" dirty="0"/>
          </a:p>
        </p:txBody>
      </p:sp>
      <p:pic>
        <p:nvPicPr>
          <p:cNvPr id="8" name="Image 2" descr="/private/tmp/claude-501/-Users-shawngibford-dev-phd-qlnn/74c2bbf1-382e-42d5-8125-724d90f5df0e/scratchpad/deck/qc_hw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371600"/>
            <a:ext cx="3108960" cy="1417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9536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strongly_entangling  (n=3, L=1, long-range CNOT)</a:t>
            </a:r>
            <a:endParaRPr lang="en-US" sz="1150" dirty="0"/>
          </a:p>
        </p:txBody>
      </p:sp>
      <p:pic>
        <p:nvPicPr>
          <p:cNvPr id="10" name="Image 3" descr="/private/tmp/claude-501/-Users-shawngibford-dev-phd-qlnn/74c2bbf1-382e-42d5-8125-724d90f5df0e/scratchpad/deck/qc_s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3383280"/>
            <a:ext cx="3108960" cy="15910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rf_qrc — fixed random-feature reservoir (n=4): double feature map Φ,Φ → frozen V(α) → full 2ⁿ probability readout</a:t>
            </a:r>
            <a:endParaRPr lang="en-US" sz="1150" dirty="0"/>
          </a:p>
        </p:txBody>
      </p:sp>
      <p:pic>
        <p:nvPicPr>
          <p:cNvPr id="12" name="Image 4" descr="/private/tmp/claude-501/-Users-shawngibford-dev-phd-qlnn/74c2bbf1-382e-42d5-8125-724d90f5df0e/scratchpad/deck/qc_rfqr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5029200"/>
            <a:ext cx="8138160" cy="15544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915400" y="52578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diagram on these two slides is generated by qml.draw_mpl on the exact circuit objects the training runs execute — zero hand-drawing.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 methodology (the Bowles–Schuld checklist)</a:t>
            </a:r>
            <a:endParaRPr lang="en-US" sz="3000" dirty="0"/>
          </a:p>
        </p:txBody>
      </p:sp>
      <p:pic>
        <p:nvPicPr>
          <p:cNvPr id="3" name="Image 0" descr="/Users/shawngibford/dev/phd/qlnn/paper/figures/fig_pipelin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635240" cy="3758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66760" y="1234440"/>
            <a:ext cx="3337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+ decision rule locked BEFORE results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parameter budgets &amp; training steps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HPO — both sides tuned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Paired-bootstrap 95% CI (n=10,000)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 + skyline guards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amendments — every deviation disclosed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verify_paper_integrity.py gates EVERY cited number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 (pre-reg §7): CONFIRMED iff 95% CI of Δ_smooth − Δ_broad excludes 0 positively on the solver task.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hardness ladder — 8 systems, 2 regimes</a:t>
            </a:r>
            <a:endParaRPr lang="en-US" sz="3000" dirty="0"/>
          </a:p>
        </p:txBody>
      </p:sp>
      <p:pic>
        <p:nvPicPr>
          <p:cNvPr id="3" name="Image 0" descr="/Users/shawngibford/dev/phd/qlnn/paper/figures/fig_system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8869680" cy="4187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35440" y="1280160"/>
            <a:ext cx="2468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/ PERIODIC: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Lotka-Volterra · Van der Pol · Heat · Burgers (smooth)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BROADBAND / MULTISCALE: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 · FitzHugh-Nagumo · Allen-Cahn · Burgers (shock)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 measured, not asserted — PSD of each reference solution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seeds per cell; Kuramoto (12-D) + KdV running on Anvil now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tags bound in code and asserted against the pre-registration.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 task: per-system results (n = 24 cells)</a:t>
            </a:r>
            <a:endParaRPr lang="en-US" sz="3000" dirty="0"/>
          </a:p>
        </p:txBody>
      </p:sp>
      <p:pic>
        <p:nvPicPr>
          <p:cNvPr id="3" name="Image 0" descr="/Users/shawngibford/dev/phd/qlnn/paper/figures/fig_system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5806440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29400" y="137160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wins the easy smooth systems (LV, Heat) — but so does everything; margins are small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te_qpinn_qnn is the clear broadband story: best-in-class on FitzHugh-Nagumo AND Allen-Cahn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chebyshev family confirmed smooth-only (fails shocks &amp; fronts)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Lorenz: every model collapses to predict-zero — a shared-failure datapoint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629400" y="4572000"/>
            <a:ext cx="237744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0F9D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29400" y="46817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24×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702552" y="5321808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seed std-dev: te_qpinn_qnn vs cPINN on FHN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235440" y="4572000"/>
            <a:ext cx="237744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0F9D5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35440" y="46817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2.5×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308592" y="5321808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mean error on FHN (0 classical params)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all-to-all per-cell table in paper §3; every value integrity-gated.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pre-registered verdicts: H1 is FALSIFIED — on both tasks</a:t>
            </a:r>
            <a:endParaRPr lang="en-US" sz="3000" dirty="0"/>
          </a:p>
        </p:txBody>
      </p:sp>
      <p:pic>
        <p:nvPicPr>
          <p:cNvPr id="3" name="Image 0" descr="/Users/shawngibford/dev/phd/qlnn/paper/figures/fig_cross_task_verdi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8732520" cy="36667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464040" y="1325880"/>
            <a:ext cx="224028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64040" y="143560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−0.084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537192" y="207568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Δdiff (n=24)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[−0.278, +0.061]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9464040" y="2880360"/>
            <a:ext cx="224028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299008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−0.501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537192" y="363016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 Δdiff (n=9)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[−0.804, −0.244]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4983480"/>
            <a:ext cx="11155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sensitivity point agrees: expanding n, tuning both sides, adding systems — the predicted smooth-side advantage never appears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 CI excludes zero NEGATIVELY — the trend points the opposite way from the hypothesis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“Published as a rigorous mechanistic null” — the outcome class our pre-registration explicitly planned for.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 fault is it? The complete fairness 2×2</a:t>
            </a:r>
            <a:endParaRPr lang="en-US" sz="3000" dirty="0"/>
          </a:p>
        </p:txBody>
      </p:sp>
      <p:pic>
        <p:nvPicPr>
          <p:cNvPr id="3" name="Image 0" descr="/Users/shawngibford/dev/phd/qlnn/paper/figures/fig_2x2_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690372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0" y="1371600"/>
            <a:ext cx="4023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all four corners: {classical, quantum} × {liquid τ, non-liquid}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Δ_combined = Δ_quantum + Δ_liquid — the algebraic identity holds per-cell EXACTLY, along two independent paths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Quantum-isolated contribution: −0.616, CI excludes 0 → the quantum circuit is the source of the underperformance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liquid-τ machinery is NOT the problem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Ablations: classical LTC (P7.10) and non-liquid quantum cell (P7.11) complete the square.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surprise: liquid τ is substrate-dependent</a:t>
            </a:r>
            <a:endParaRPr lang="en-US" sz="3000" dirty="0"/>
          </a:p>
        </p:txBody>
      </p:sp>
      <p:pic>
        <p:nvPicPr>
          <p:cNvPr id="3" name="Image 0" descr="/Users/shawngibford/dev/phd/qlnn/paper/figures/fig_tau_subst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7543800" cy="4123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1040" y="1325880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0F9D5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21040" y="14356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+0.115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394192" y="2075688"/>
            <a:ext cx="3236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added to a CLASSICAL cell → smooth-favoring (matches the original hypothesis!)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21040" y="2880360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21040" y="29900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−0.334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394192" y="3630168"/>
            <a:ext cx="3236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added to the QUANTUM cell → broadband-favoring (sign flips)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534924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τ machinery, opposite effect depending on what it wraps — measured along two independent ablation paths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classical-side direction is the ONLY measurement in the whole program matching the Schuld-Fourier prediction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interaction effect is the seed of the follow-up paper (theory derivation deferred to Tier-4 work).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 receipts — why this survives 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898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pp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76072" y="202996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+ supplement, built from source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3898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56432" y="202996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 amendments (A1–A22), all disclosed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3898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36792" y="202996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bibliography entries, 22 woven citations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0" y="1280160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 w="15875">
            <a:solidFill>
              <a:srgbClr val="0F9D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13898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217152" y="202996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 + integrity gate exit-0</a:t>
            </a:r>
            <a:endParaRPr lang="en-US" sz="1050" dirty="0"/>
          </a:p>
        </p:txBody>
      </p:sp>
      <p:pic>
        <p:nvPicPr>
          <p:cNvPr id="15" name="Image 0" descr="/Users/shawngibford/dev/phd/qlnn/paper/figures/fig_p7_mechan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834640"/>
            <a:ext cx="4160520" cy="33284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257800" y="2971800"/>
            <a:ext cx="6446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5-reviewer adversarial audit already run internally; every critical finding remediated (4-tier plan)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the paper is machine-checked against committed result JSONs — reviewers can clone &amp; re-verify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cross-check (left): expressivity (KL-to-Haar) is the only trainability scalar with a sign-stable trend vs per-cell Δ (ρ = +0.518, LOO-robust)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Open-source: github.com/shawngibford/qlnn — tagged releases v0.1 → v1.2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&amp; what we need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paper v1.2 (peer-review-hardened), all local experiments, SLURM pipeline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 — Anvil Phase C: 222-cell audit re-run matrix (Kuramoto + KdV completion, uniform budgets, qcpinn attribution, forecaster refresh) — ~1 day wall-clock remaining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Phase D verdict refresh → final paper numbers → arXiv preprint + PRX Quantum submission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10927080" cy="2011680"/>
          </a:xfrm>
          <a:prstGeom prst="roundRect">
            <a:avLst>
              <a:gd name="adj" fmla="val 3636"/>
            </a:avLst>
          </a:prstGeom>
          <a:solidFill>
            <a:srgbClr val="2A367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730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Asks for you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16052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the falsification framing (rigorous null + mechanism finding)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check: PRX Quantum first, or Quantum / PR Research as the faster path?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 review pass on the 36-page draft (2 weeks?)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2026-07-21T16:27:46Z</dcterms:created>
  <dcterms:modified xsi:type="dcterms:W3CDTF">2026-07-21T16:27:46Z</dcterms:modified>
</cp:coreProperties>
</file>